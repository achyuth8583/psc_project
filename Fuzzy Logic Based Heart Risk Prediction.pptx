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7"/>
  </p:notesMasterIdLst>
  <p:sldIdLst>
    <p:sldId id="260" r:id="rId2"/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D710E0-0E2C-47E4-A85A-A6D09FA7FB21}" v="6" dt="2025-12-02T09:51:32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0A170-6033-4520-B262-2B6D129A12C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F4645-1082-4620-B735-F9F06C0CB7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67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025EF-1C3F-FDAA-5736-9DD55B034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A414A3-6016-BC9C-84B9-BF3209BDE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F34EB-7139-A6DB-A455-58E05D2B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681-1A2A-4D07-83E5-DA73949ABD6D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D919A-9F1E-6DEC-7C6E-3931479B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9978D-C09C-E1CE-5867-D8C4971A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00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A0DE3-DA67-F73B-94B4-39DDAE2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20E3F-F640-F8C8-B013-F86DCF225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8C5D7-173E-5904-E5C9-4B20AE09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982B0-D8B4-40DB-A2DD-EDBE53195C8A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74EC2-0D1E-C816-4AF4-EE8034F0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0408A-B275-9C5B-CDE3-83F9D6F4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50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A228A-E43C-4C28-0452-C4487760A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4A2D2-8D38-2779-D333-B52C9027B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E6FA4-F4F3-CA79-48B0-5D1334F9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DF56-BD8C-4D47-A725-34477AAA6994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C88E6-9F1B-DE15-2B7E-0FC925A7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BC6E5-F028-3D3A-BEBC-B7D67B8A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68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DC6E-34BE-4B3B-640E-114130853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E51A8-B82E-0EF7-79D5-BBDA302A0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FD0D9-8BF0-E120-A252-8A23842D3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B10A5-FA4F-C823-667C-D888E7517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14E80-E3C4-4AC2-B8C4-643F5CBB68E5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CE932-2851-786E-6D83-78827003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1062E-21AB-48E6-A4BE-646D19142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87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E806-AA4D-D708-E0EF-992CDB220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26343-A876-FFC4-60AD-63BF26C48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919CE-74BA-BB4F-7299-95784DB0E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4C01C-9874-6337-757A-7B853AB7D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F6CB21-7733-3A4F-4595-1C7AAD8BB4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F538A6-6A96-E272-F25B-DE7303AF0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F65C0-1456-4B75-9D34-12BA5EBD3208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0A7A3F-2578-48D7-5400-2A3A62475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592925-72E1-99D9-4159-DE606EAF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3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93FB-64EF-21E0-43F8-F59B773C9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8A620-DFF4-B807-3339-0684BCAAB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89CD7-B9F9-46CC-A7D0-3161FED80B61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4EE4B6-9B97-4F46-D9F6-B3BA8938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69FEB-C795-A7D0-70A1-A02D5E5D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73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498E3E-55CF-1989-4E8A-19FBFAA0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26E91-AF37-4490-959D-4DE5AD7F0CA5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5C4AB-9356-A130-0AA5-9E71E98A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A0799-2A0A-4C41-6C1A-813659E9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0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43CC-3751-2B8E-A925-F1AF81DE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2C17D-4CD5-8118-1CA9-4ED5CA026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71C3D-3C87-7B71-1DD3-357FCA612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987AE-6D4B-1523-8715-9100CEDD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0885-A7AD-4513-B008-8C7F0F9A1606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CC4CB-FD1E-18BE-03D9-94B62A4D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A09BF-164E-B236-5605-E03AF244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61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147C0-32BA-EB4C-7F21-779DF863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03DFFF-7E9B-59B4-3C6C-A1C946C9D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8A19B-B00A-A4C7-DF60-A9AF3F47D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007EB-6D97-1BAA-2FD5-C939E2FA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9500-F471-4E62-9C0B-0712433FEB0E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0039E-191F-8B19-4898-D450D2B1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1B9BF-5AB0-DA19-CD22-7F211661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CC10D-B26E-9038-B7B5-4E590C42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2B75D-40A6-C75A-9383-2449D1772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1D1BE-821C-0A27-FE2B-6F4E405D2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FFA9-A20D-4B16-873C-48578CA5264C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EE792-FAB3-8BC2-E09B-34D1F7F80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0D6E-255A-E6E0-3BFC-4A092041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46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90706-4D24-539A-8169-2904BFA8D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4177E-875E-D441-6EE9-6946127EA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F9635-F23A-57B9-6B01-F20C9D68D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8ADF-8F41-4DBA-9AE5-65FF1E7E4DF8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67305-BFC8-BD68-610E-AC5E21854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5D38-93DB-C7EE-84EB-BDDC11E9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13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0009FB-47F3-B60B-5354-E67EB649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41E9F-839C-B743-0E28-C0ABD74CB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133CA-FB24-FA76-53BD-A576E5503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7310A-9CD2-4581-AB37-1802BF898B89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F0CC5-720A-36CF-C67E-89744808C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DB162-319F-A03F-B8C6-AE0312062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6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28608-FD3C-868A-1109-F63434B18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Fuzzy Logic Model for Heart Health Risk Based on Lifestyle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1771B-5235-574F-60A2-4A6E64ECE8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AP22110010104 – </a:t>
            </a:r>
            <a:r>
              <a:rPr lang="en-US" dirty="0" err="1"/>
              <a:t>K.Yaswanth</a:t>
            </a:r>
            <a:endParaRPr lang="en-US" dirty="0"/>
          </a:p>
          <a:p>
            <a:pPr algn="l"/>
            <a:r>
              <a:rPr lang="en-US" dirty="0"/>
              <a:t>AP22110010112 – </a:t>
            </a:r>
            <a:r>
              <a:rPr lang="en-US" dirty="0" err="1"/>
              <a:t>G.Jayasai</a:t>
            </a:r>
            <a:endParaRPr lang="en-US" dirty="0"/>
          </a:p>
          <a:p>
            <a:pPr algn="l"/>
            <a:r>
              <a:rPr lang="en-US" dirty="0"/>
              <a:t>AP22110010117 – </a:t>
            </a:r>
            <a:r>
              <a:rPr lang="en-US" dirty="0" err="1"/>
              <a:t>D.Vaibhav</a:t>
            </a:r>
            <a:r>
              <a:rPr lang="en-US" dirty="0"/>
              <a:t> Sai Siddhartha</a:t>
            </a:r>
          </a:p>
          <a:p>
            <a:pPr algn="l"/>
            <a:r>
              <a:rPr lang="en-US" dirty="0"/>
              <a:t>AP22110010253 – </a:t>
            </a:r>
            <a:r>
              <a:rPr lang="en-US" dirty="0" err="1"/>
              <a:t>A.AchyuthSrinivas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C545E-AB9D-6A15-102C-BD316B4C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05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954" y="137856"/>
            <a:ext cx="7886700" cy="1325563"/>
          </a:xfrm>
        </p:spPr>
        <p:txBody>
          <a:bodyPr/>
          <a:lstStyle/>
          <a:p>
            <a:r>
              <a:rPr dirty="0"/>
              <a:t>Problem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130710"/>
            <a:ext cx="7765322" cy="5417574"/>
          </a:xfrm>
        </p:spPr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r>
              <a:rPr b="1" u="sng" dirty="0"/>
              <a:t>Problem</a:t>
            </a:r>
            <a:r>
              <a:rPr dirty="0"/>
              <a:t>:</a:t>
            </a:r>
          </a:p>
          <a:p>
            <a:r>
              <a:rPr lang="en-US" dirty="0"/>
              <a:t>Heart disease risk is influenced by multiple lifestyle and physiological factors such as heart rate, stress level, BMI, sleep duration, and physical activity. Traditional risk-prediction methods often require large labeled datasets or produce results that are not easily interpretable. There is a need for a transparent, rule-based system that can evaluate these factors even when training data is limited. This project aims to develop a fuzzy-logic-based model that uses sleep health and lifestyle parameters to estimate heart risk, generate an interpretable risk score, and classify individuals into Low, Medium, or High risk categories.</a:t>
            </a:r>
          </a:p>
          <a:p>
            <a:r>
              <a:rPr b="1" u="sng" dirty="0"/>
              <a:t>Challenges:</a:t>
            </a:r>
          </a:p>
          <a:p>
            <a:r>
              <a:rPr lang="en-US" dirty="0"/>
              <a:t>Handling uncertain and imprecise health data such as sleep patterns, meal habits, and gastric fluctuations.</a:t>
            </a:r>
            <a:endParaRPr dirty="0"/>
          </a:p>
          <a:p>
            <a:r>
              <a:rPr lang="en-US" dirty="0"/>
              <a:t>Designing accurate fuzzy membership functions that correctly represent human-like reasoning.</a:t>
            </a:r>
            <a:endParaRPr lang="en-IN" dirty="0"/>
          </a:p>
          <a:p>
            <a:r>
              <a:rPr lang="en-US" dirty="0"/>
              <a:t>Constructing a consistent and comprehensive fuzzy rule base without contradictions.</a:t>
            </a:r>
            <a:endParaRPr dirty="0"/>
          </a:p>
          <a:p>
            <a:r>
              <a:rPr lang="en-US" dirty="0"/>
              <a:t>Ensuring the model generalizes well across different individuals with varying lifestyle patterns.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87F0A-97EE-B2E7-3E28-AD17230C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874827"/>
          </a:xfrm>
        </p:spPr>
        <p:txBody>
          <a:bodyPr/>
          <a:lstStyle/>
          <a:p>
            <a:pPr marL="36900" indent="0">
              <a:buNone/>
            </a:pPr>
            <a:r>
              <a:rPr b="1" u="sng" dirty="0"/>
              <a:t>Objectives:</a:t>
            </a:r>
          </a:p>
          <a:p>
            <a:r>
              <a:rPr lang="en-US" dirty="0"/>
              <a:t>identify key lifestyle and physiological factors that influence an individual’s heart health risk.</a:t>
            </a:r>
          </a:p>
          <a:p>
            <a:r>
              <a:rPr lang="en-US" dirty="0"/>
              <a:t>Design fuzzy membership functions that accurately represent human-like interpretation of health parameters.</a:t>
            </a:r>
            <a:endParaRPr lang="en-IN" dirty="0"/>
          </a:p>
          <a:p>
            <a:r>
              <a:rPr lang="en-US" dirty="0"/>
              <a:t>Develop a fuzzy rule-based inference system for predicting overall health risk levels.</a:t>
            </a:r>
          </a:p>
          <a:p>
            <a:r>
              <a:rPr lang="en-US" dirty="0"/>
              <a:t>Implement the fuzzy logic model in Python and generate risk predictions for different inputs.</a:t>
            </a:r>
          </a:p>
          <a:p>
            <a:r>
              <a:rPr lang="en-US" dirty="0"/>
              <a:t>Evaluate and compare the model’s performance with traditional machine learning approaches.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6F0E1-6BA9-CEB2-A01E-A8B8EABF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884660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b="1" u="sng" dirty="0"/>
              <a:t>Proposed Methodology:</a:t>
            </a:r>
          </a:p>
          <a:p>
            <a:r>
              <a:rPr dirty="0"/>
              <a:t>- Data collection &amp; preprocessing</a:t>
            </a:r>
          </a:p>
          <a:p>
            <a:r>
              <a:rPr lang="en-US" dirty="0"/>
              <a:t>Design fuzzy membership functions for each input parameter to represent linguistic categories (e.g., Low, Medium, High).</a:t>
            </a:r>
            <a:endParaRPr dirty="0"/>
          </a:p>
          <a:p>
            <a:r>
              <a:rPr lang="en-US" dirty="0"/>
              <a:t>Create a fuzzy rule base using expert logic to relate input conditions to health risk levels.</a:t>
            </a:r>
            <a:endParaRPr lang="en-IN" dirty="0"/>
          </a:p>
          <a:p>
            <a:r>
              <a:rPr lang="en-US" dirty="0"/>
              <a:t>Implement the Fuzzy Inference System (FIS) using fuzzification, rule evaluation, aggregation, and defuzzification.</a:t>
            </a:r>
          </a:p>
          <a:p>
            <a:r>
              <a:rPr lang="en-US" dirty="0"/>
              <a:t>Generate predictions and visual results using the completed fuzzy model on multiple test samples.</a:t>
            </a:r>
          </a:p>
          <a:p>
            <a:r>
              <a:rPr lang="en-US" dirty="0"/>
              <a:t>Compare the fuzzy model with traditional ML models based on accuracy, interpretability, and robustness.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53612-AB13-6164-80DD-8D4E24C7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70387"/>
            <a:ext cx="7765322" cy="970450"/>
          </a:xfrm>
        </p:spPr>
        <p:txBody>
          <a:bodyPr/>
          <a:lstStyle/>
          <a:p>
            <a:r>
              <a:rPr dirty="0"/>
              <a:t>Results &amp; 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291970"/>
            <a:ext cx="7765322" cy="5423461"/>
          </a:xfrm>
        </p:spPr>
        <p:txBody>
          <a:bodyPr>
            <a:normAutofit fontScale="40000" lnSpcReduction="20000"/>
          </a:bodyPr>
          <a:lstStyle/>
          <a:p>
            <a:pPr marL="36900" indent="0">
              <a:buNone/>
            </a:pPr>
            <a:r>
              <a:rPr sz="5000" b="1" u="sng" dirty="0"/>
              <a:t>Results:</a:t>
            </a:r>
          </a:p>
          <a:p>
            <a:r>
              <a:rPr lang="en-US" sz="5000" dirty="0"/>
              <a:t>Successfully developed a working fuzzy logic–based health risk prediction model capable of classifying individuals into Low, Medium, and High risk categories.</a:t>
            </a:r>
          </a:p>
          <a:p>
            <a:r>
              <a:rPr lang="en-US" sz="5000" dirty="0"/>
              <a:t>Generated accurate and interpretable risk outputs using fuzzification, rule evaluation, and defuzzification.</a:t>
            </a:r>
          </a:p>
          <a:p>
            <a:r>
              <a:rPr lang="en-US" sz="5000" dirty="0"/>
              <a:t>Visualized relationships between inputs and health risk through graphs and output distributions for better understanding.</a:t>
            </a:r>
          </a:p>
          <a:p>
            <a:pPr marL="36900" indent="0">
              <a:buNone/>
            </a:pPr>
            <a:r>
              <a:rPr lang="en-US" sz="5000" b="1" u="sng" dirty="0"/>
              <a:t>Comparative Analysis:</a:t>
            </a:r>
            <a:endParaRPr lang="en-US" sz="5000" dirty="0"/>
          </a:p>
          <a:p>
            <a:r>
              <a:rPr lang="en-US" sz="5000" dirty="0"/>
              <a:t>Fuzzy Logic provided high interpretability, making it easier to understand decision reasoning compared to ML models.</a:t>
            </a:r>
          </a:p>
          <a:p>
            <a:r>
              <a:rPr lang="en-US" sz="5000" dirty="0"/>
              <a:t>Traditional ML models achieved slightly higher accuracy, but lacked transparency in how predictions were made.</a:t>
            </a:r>
          </a:p>
          <a:p>
            <a:r>
              <a:rPr lang="en-US" sz="5000" dirty="0"/>
              <a:t>Fuzzy model handled uncertain and imprecise data better, showing robustness where ML models required strict numerical inputs.</a:t>
            </a:r>
          </a:p>
          <a:p>
            <a:pPr marL="36900" indent="0">
              <a:buNone/>
            </a:pPr>
            <a:endParaRPr lang="en-IN" dirty="0"/>
          </a:p>
          <a:p>
            <a:pPr marL="36900" indent="0">
              <a:buNone/>
            </a:pPr>
            <a:r>
              <a:rPr lang="en-IN" dirty="0"/>
              <a:t>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FD9FC3-578F-CFB8-2E75-CC6DD01CA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1300</TotalTime>
  <Words>495</Words>
  <Application>Microsoft Office PowerPoint</Application>
  <PresentationFormat>On-screen Show (4:3)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Fuzzy Logic Model for Heart Health Risk Based on Lifestyle</vt:lpstr>
      <vt:lpstr>Problem &amp; Challenges</vt:lpstr>
      <vt:lpstr>Objectives</vt:lpstr>
      <vt:lpstr>Proposed Methodology</vt:lpstr>
      <vt:lpstr>Results &amp; Comparative Analysis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YASWANTH</dc:creator>
  <cp:keywords/>
  <dc:description>generated using python-pptx</dc:description>
  <cp:lastModifiedBy>vaibhav sai siddhartha dasari</cp:lastModifiedBy>
  <cp:revision>6</cp:revision>
  <dcterms:created xsi:type="dcterms:W3CDTF">2013-01-27T09:14:16Z</dcterms:created>
  <dcterms:modified xsi:type="dcterms:W3CDTF">2025-12-03T16:14:42Z</dcterms:modified>
  <cp:category/>
</cp:coreProperties>
</file>